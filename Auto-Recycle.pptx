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0" d="100"/>
          <a:sy n="70" d="100"/>
        </p:scale>
        <p:origin x="1166"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31A1E8A-5352-67DE-A583-09E2B564957D}"/>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FA7700D6-9AB2-E3BF-64AF-5CC9A3E5E8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F85D6F7C-299C-5BFA-E4F0-8F324C53F0A1}"/>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5" name="Θέση υποσέλιδου 4">
            <a:extLst>
              <a:ext uri="{FF2B5EF4-FFF2-40B4-BE49-F238E27FC236}">
                <a16:creationId xmlns:a16="http://schemas.microsoft.com/office/drawing/2014/main" id="{C85B4855-12C6-0F73-28FE-AE893F4B9BF8}"/>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F8AC7D0E-383C-0FE0-739C-84F84DD2DF1E}"/>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2262326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1E1B401-F5F9-F590-4B3A-30C5B5286CA7}"/>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B662B25-3A1F-6823-8474-F314FF4B5667}"/>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AAA0213E-6331-12F9-1EC0-3252CB4700C0}"/>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5" name="Θέση υποσέλιδου 4">
            <a:extLst>
              <a:ext uri="{FF2B5EF4-FFF2-40B4-BE49-F238E27FC236}">
                <a16:creationId xmlns:a16="http://schemas.microsoft.com/office/drawing/2014/main" id="{3F4F0200-02D4-C6B2-1A90-64D811E12658}"/>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AA3FF69A-EEBF-E798-5AF3-9A2289DDC5BD}"/>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1501425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5CF76B4-1F0C-7148-C3E4-402803C82A6F}"/>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4E09BC82-4193-E8DE-B39A-6ACA957767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8606D457-3C2B-EF98-2929-26138C4476E0}"/>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5" name="Θέση υποσέλιδου 4">
            <a:extLst>
              <a:ext uri="{FF2B5EF4-FFF2-40B4-BE49-F238E27FC236}">
                <a16:creationId xmlns:a16="http://schemas.microsoft.com/office/drawing/2014/main" id="{70EA6E13-BE11-95AD-2E4A-90C308F2419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E73C454E-A056-4473-DFAF-C87ECFBFFD24}"/>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726319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A00DED3-A4EE-1250-456F-0C09BB098B5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260683F-98D9-3D79-1975-7A617C65E3DE}"/>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135D2800-CCAB-F734-AF30-C594762E1A81}"/>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8A2FE3A9-EA2A-5ED6-3812-128E0CD20CAF}"/>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6" name="Θέση υποσέλιδου 5">
            <a:extLst>
              <a:ext uri="{FF2B5EF4-FFF2-40B4-BE49-F238E27FC236}">
                <a16:creationId xmlns:a16="http://schemas.microsoft.com/office/drawing/2014/main" id="{84A417FC-1FE9-661E-12CF-8531B2AB41D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2A2B1E99-9AB0-B7AC-B5CD-74EEFBEBEE15}"/>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994533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9853C5D-5CB8-4DB5-8728-9DFA06FA060B}"/>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5B042318-BDBB-D110-A5F0-048B58E2F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1F0C9122-219C-BFD1-DAD3-A7E8896CE2E8}"/>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86AEA502-9BE1-9D5D-B8CA-5E81A5B8BA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02011B6E-663C-D1F4-31DE-50DD82F30548}"/>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71661ED2-EABF-EC74-CF22-3C2C34602B07}"/>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8" name="Θέση υποσέλιδου 7">
            <a:extLst>
              <a:ext uri="{FF2B5EF4-FFF2-40B4-BE49-F238E27FC236}">
                <a16:creationId xmlns:a16="http://schemas.microsoft.com/office/drawing/2014/main" id="{D2D09375-DEE1-DDA0-518C-03091BF9F796}"/>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BDB93D2D-607A-C649-8B04-B39AD6F66002}"/>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3497201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7B690B0-4E91-4A98-022B-B908D033A87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C11BB20B-C489-FC95-A239-DCA4A48A2996}"/>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4" name="Θέση υποσέλιδου 3">
            <a:extLst>
              <a:ext uri="{FF2B5EF4-FFF2-40B4-BE49-F238E27FC236}">
                <a16:creationId xmlns:a16="http://schemas.microsoft.com/office/drawing/2014/main" id="{DB2583E6-0385-22D0-C6EC-F5E0C8F01A42}"/>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8CB81BB-F6BB-7432-0F5C-26775DCBE7BC}"/>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681300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F0BAAC7E-084B-8D54-A43A-3CD2565A30D4}"/>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3" name="Θέση υποσέλιδου 2">
            <a:extLst>
              <a:ext uri="{FF2B5EF4-FFF2-40B4-BE49-F238E27FC236}">
                <a16:creationId xmlns:a16="http://schemas.microsoft.com/office/drawing/2014/main" id="{1869C3B2-2ED0-0D88-BEE7-68EA2E7C4C90}"/>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4C44DB28-41FD-3E05-147D-CF2D67367BEF}"/>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1259973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BDCCDC1-5896-393D-9031-5770491FDBC8}"/>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CF2165C-758C-04FB-86CA-50F776E31F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D33C00C3-6599-D97A-62EC-B56733911E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CDCA5D80-67F8-6561-7F0F-4B9DEE1D0477}"/>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6" name="Θέση υποσέλιδου 5">
            <a:extLst>
              <a:ext uri="{FF2B5EF4-FFF2-40B4-BE49-F238E27FC236}">
                <a16:creationId xmlns:a16="http://schemas.microsoft.com/office/drawing/2014/main" id="{697037E8-CEB1-C2A8-8A34-8D01B5A470FC}"/>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FD4B0E83-47E6-405C-F7A4-5A05B9ECD223}"/>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311595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D06B54D-5EC1-B387-36E0-E40E3497C59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64CF251-B43E-3394-7D2D-DD31F7C40F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B4905E41-CDB5-A6DF-06B7-7EF1898E1B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05F670C7-7D33-878D-8304-17A06B044F2B}"/>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6" name="Θέση υποσέλιδου 5">
            <a:extLst>
              <a:ext uri="{FF2B5EF4-FFF2-40B4-BE49-F238E27FC236}">
                <a16:creationId xmlns:a16="http://schemas.microsoft.com/office/drawing/2014/main" id="{9103856C-D70F-98FE-4F47-8556A16FFC8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326F8E98-6E75-5465-9975-82CA78FC6AEC}"/>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830623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599685F-5A6A-4744-0E01-D99A49956570}"/>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4637370-1F59-C085-CBA8-5B4B2A4B814D}"/>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10A14405-B449-49B1-8458-5A3B6DD29CFA}"/>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5" name="Θέση υποσέλιδου 4">
            <a:extLst>
              <a:ext uri="{FF2B5EF4-FFF2-40B4-BE49-F238E27FC236}">
                <a16:creationId xmlns:a16="http://schemas.microsoft.com/office/drawing/2014/main" id="{BAD924E5-D79F-E39D-BEA4-69F06C7ED57A}"/>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946B2613-94F9-CFDE-D111-350FF33DFE7F}"/>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116665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9E5D9132-9450-2248-08F8-8BD2E0FC3317}"/>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145EC5B6-9C51-823A-7D3E-97BA179C6A93}"/>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B39C601C-B03D-1548-9F60-F936BC2614D0}"/>
              </a:ext>
            </a:extLst>
          </p:cNvPr>
          <p:cNvSpPr>
            <a:spLocks noGrp="1"/>
          </p:cNvSpPr>
          <p:nvPr>
            <p:ph type="dt" sz="half" idx="10"/>
          </p:nvPr>
        </p:nvSpPr>
        <p:spPr/>
        <p:txBody>
          <a:bodyPr/>
          <a:lstStyle/>
          <a:p>
            <a:fld id="{D2180487-3178-4922-AF51-D685E3079346}" type="datetimeFigureOut">
              <a:rPr lang="el-GR" smtClean="0"/>
              <a:t>14/1/2026</a:t>
            </a:fld>
            <a:endParaRPr lang="el-GR"/>
          </a:p>
        </p:txBody>
      </p:sp>
      <p:sp>
        <p:nvSpPr>
          <p:cNvPr id="5" name="Θέση υποσέλιδου 4">
            <a:extLst>
              <a:ext uri="{FF2B5EF4-FFF2-40B4-BE49-F238E27FC236}">
                <a16:creationId xmlns:a16="http://schemas.microsoft.com/office/drawing/2014/main" id="{C28B24BB-B6A1-0947-308B-4D0D55154CF3}"/>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92C771AB-A0B0-EACE-A0D7-E0E76A8F7D11}"/>
              </a:ext>
            </a:extLst>
          </p:cNvPr>
          <p:cNvSpPr>
            <a:spLocks noGrp="1"/>
          </p:cNvSpPr>
          <p:nvPr>
            <p:ph type="sldNum" sz="quarter" idx="12"/>
          </p:nvPr>
        </p:nvSpPr>
        <p:spPr/>
        <p:txBody>
          <a:bodyPr/>
          <a:lstStyle/>
          <a:p>
            <a:fld id="{CEA9671B-B43D-426D-A725-0C495A4A3328}" type="slidenum">
              <a:rPr lang="el-GR" smtClean="0"/>
              <a:t>‹#›</a:t>
            </a:fld>
            <a:endParaRPr lang="el-GR"/>
          </a:p>
        </p:txBody>
      </p:sp>
    </p:spTree>
    <p:extLst>
      <p:ext uri="{BB962C8B-B14F-4D97-AF65-F5344CB8AC3E}">
        <p14:creationId xmlns:p14="http://schemas.microsoft.com/office/powerpoint/2010/main" val="2803300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7ED72834-530E-4A87-3A44-2D2A3EA27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2EFBAE75-B2EE-05A4-A602-835B5508D8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8182E5AB-923A-46C4-E26C-6DEE783F58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180487-3178-4922-AF51-D685E3079346}" type="datetimeFigureOut">
              <a:rPr lang="el-GR" smtClean="0"/>
              <a:t>14/1/2026</a:t>
            </a:fld>
            <a:endParaRPr lang="el-GR"/>
          </a:p>
        </p:txBody>
      </p:sp>
      <p:sp>
        <p:nvSpPr>
          <p:cNvPr id="5" name="Θέση υποσέλιδου 4">
            <a:extLst>
              <a:ext uri="{FF2B5EF4-FFF2-40B4-BE49-F238E27FC236}">
                <a16:creationId xmlns:a16="http://schemas.microsoft.com/office/drawing/2014/main" id="{93BB172C-C466-AA65-5F4C-B5B0F320D1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F61763BB-F332-DCF7-CA75-30EEAF8EF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A9671B-B43D-426D-A725-0C495A4A3328}" type="slidenum">
              <a:rPr lang="el-GR" smtClean="0"/>
              <a:t>‹#›</a:t>
            </a:fld>
            <a:endParaRPr lang="el-GR"/>
          </a:p>
        </p:txBody>
      </p:sp>
    </p:spTree>
    <p:extLst>
      <p:ext uri="{BB962C8B-B14F-4D97-AF65-F5344CB8AC3E}">
        <p14:creationId xmlns:p14="http://schemas.microsoft.com/office/powerpoint/2010/main" val="2190846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ngall.com/trash-can-png"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pixabay.com/en/recycling-environment-green-recycle-160925/"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Εικόνα 13">
            <a:extLst>
              <a:ext uri="{FF2B5EF4-FFF2-40B4-BE49-F238E27FC236}">
                <a16:creationId xmlns:a16="http://schemas.microsoft.com/office/drawing/2014/main" id="{999131D7-B07D-627C-C06F-C035B4B1D2E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19684742">
            <a:off x="10400077" y="3433718"/>
            <a:ext cx="3395310" cy="3395310"/>
          </a:xfrm>
          <a:prstGeom prst="rect">
            <a:avLst/>
          </a:prstGeom>
        </p:spPr>
      </p:pic>
      <p:pic>
        <p:nvPicPr>
          <p:cNvPr id="8" name="Εικόνα 7">
            <a:extLst>
              <a:ext uri="{FF2B5EF4-FFF2-40B4-BE49-F238E27FC236}">
                <a16:creationId xmlns:a16="http://schemas.microsoft.com/office/drawing/2014/main" id="{5AE8C5A8-3332-F2F8-B812-F185BE3BFD9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84524" y="235670"/>
            <a:ext cx="7054621" cy="6622330"/>
          </a:xfrm>
          <a:prstGeom prst="rect">
            <a:avLst/>
          </a:prstGeom>
        </p:spPr>
      </p:pic>
      <p:sp>
        <p:nvSpPr>
          <p:cNvPr id="2" name="Τίτλος 1">
            <a:extLst>
              <a:ext uri="{FF2B5EF4-FFF2-40B4-BE49-F238E27FC236}">
                <a16:creationId xmlns:a16="http://schemas.microsoft.com/office/drawing/2014/main" id="{91C413AC-3092-9206-BDF9-2330DD8A705D}"/>
              </a:ext>
            </a:extLst>
          </p:cNvPr>
          <p:cNvSpPr>
            <a:spLocks noGrp="1"/>
          </p:cNvSpPr>
          <p:nvPr>
            <p:ph type="ctrTitle"/>
          </p:nvPr>
        </p:nvSpPr>
        <p:spPr>
          <a:xfrm>
            <a:off x="948966" y="2922882"/>
            <a:ext cx="9144000" cy="2387600"/>
          </a:xfrm>
        </p:spPr>
        <p:txBody>
          <a:bodyPr>
            <a:normAutofit/>
          </a:bodyPr>
          <a:lstStyle/>
          <a:p>
            <a:r>
              <a:rPr lang="en-US" sz="7200" b="1" dirty="0"/>
              <a:t>Auto-Recycle</a:t>
            </a:r>
            <a:endParaRPr lang="el-GR" sz="7200" b="1" dirty="0"/>
          </a:p>
        </p:txBody>
      </p:sp>
      <p:pic>
        <p:nvPicPr>
          <p:cNvPr id="12" name="Εικόνα 11">
            <a:extLst>
              <a:ext uri="{FF2B5EF4-FFF2-40B4-BE49-F238E27FC236}">
                <a16:creationId xmlns:a16="http://schemas.microsoft.com/office/drawing/2014/main" id="{474D4EA0-34FE-DC16-9F47-548805C0680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19684742">
            <a:off x="8895550" y="4297032"/>
            <a:ext cx="3395310" cy="3395310"/>
          </a:xfrm>
          <a:prstGeom prst="rect">
            <a:avLst/>
          </a:prstGeom>
        </p:spPr>
      </p:pic>
      <p:sp>
        <p:nvSpPr>
          <p:cNvPr id="16" name="TextBox 15">
            <a:extLst>
              <a:ext uri="{FF2B5EF4-FFF2-40B4-BE49-F238E27FC236}">
                <a16:creationId xmlns:a16="http://schemas.microsoft.com/office/drawing/2014/main" id="{97EB1C82-6E92-F611-C1B6-9EAE32D68F60}"/>
              </a:ext>
            </a:extLst>
          </p:cNvPr>
          <p:cNvSpPr txBox="1"/>
          <p:nvPr/>
        </p:nvSpPr>
        <p:spPr>
          <a:xfrm>
            <a:off x="7215366" y="1390884"/>
            <a:ext cx="4692110" cy="1077218"/>
          </a:xfrm>
          <a:prstGeom prst="rect">
            <a:avLst/>
          </a:prstGeom>
          <a:noFill/>
        </p:spPr>
        <p:txBody>
          <a:bodyPr wrap="square">
            <a:spAutoFit/>
          </a:bodyPr>
          <a:lstStyle/>
          <a:p>
            <a:r>
              <a:rPr lang="el-GR" sz="3200" dirty="0">
                <a:latin typeface="Bahnschrift Light" panose="020B0502040204020203" pitchFamily="34" charset="0"/>
              </a:rPr>
              <a:t>Ένας αυτόματος κάδος για ένα καλύτερο μέλλον</a:t>
            </a:r>
          </a:p>
        </p:txBody>
      </p:sp>
    </p:spTree>
    <p:extLst>
      <p:ext uri="{BB962C8B-B14F-4D97-AF65-F5344CB8AC3E}">
        <p14:creationId xmlns:p14="http://schemas.microsoft.com/office/powerpoint/2010/main" val="6799784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0000">
              <a:srgbClr val="CEDAEF"/>
            </a:gs>
            <a:gs pos="55614">
              <a:srgbClr val="CBD8EE"/>
            </a:gs>
            <a:gs pos="57000">
              <a:srgbClr val="DEE6F4"/>
            </a:gs>
            <a:gs pos="57398">
              <a:srgbClr val="CBD8EE"/>
            </a:gs>
            <a:gs pos="23000">
              <a:schemeClr val="accent1">
                <a:lumMod val="30000"/>
                <a:lumOff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6" name="Εικόνα 5">
            <a:extLst>
              <a:ext uri="{FF2B5EF4-FFF2-40B4-BE49-F238E27FC236}">
                <a16:creationId xmlns:a16="http://schemas.microsoft.com/office/drawing/2014/main" id="{4146182F-371F-DBFC-B8C0-0704902A8C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3715" y="1061095"/>
            <a:ext cx="5779812" cy="4969591"/>
          </a:xfrm>
          <a:prstGeom prst="rect">
            <a:avLst/>
          </a:prstGeom>
        </p:spPr>
      </p:pic>
      <p:sp>
        <p:nvSpPr>
          <p:cNvPr id="11" name="TextBox 10">
            <a:extLst>
              <a:ext uri="{FF2B5EF4-FFF2-40B4-BE49-F238E27FC236}">
                <a16:creationId xmlns:a16="http://schemas.microsoft.com/office/drawing/2014/main" id="{D35CB149-A305-91CC-472E-B4913FA7A8B3}"/>
              </a:ext>
            </a:extLst>
          </p:cNvPr>
          <p:cNvSpPr txBox="1"/>
          <p:nvPr/>
        </p:nvSpPr>
        <p:spPr>
          <a:xfrm>
            <a:off x="217715" y="505122"/>
            <a:ext cx="6096000" cy="5847755"/>
          </a:xfrm>
          <a:prstGeom prst="rect">
            <a:avLst/>
          </a:prstGeom>
          <a:noFill/>
        </p:spPr>
        <p:txBody>
          <a:bodyPr wrap="square">
            <a:spAutoFit/>
          </a:bodyPr>
          <a:lstStyle/>
          <a:p>
            <a:r>
              <a:rPr lang="el-GR" sz="2200" dirty="0"/>
              <a:t>Το σύστημα λειτουργεί ως ένας αυτοματοποιημένος μηχανισμός διαλογής απορριμμάτων, σχεδιασμένος για να εκτελεί τη διαδικασία ταξινόμησης με ταχύτητα και ακρίβεια. Ο χρήστης τοποθετεί το αντικείμενο στον </a:t>
            </a:r>
            <a:r>
              <a:rPr lang="el-GR" sz="2200" dirty="0" err="1"/>
              <a:t>placer</a:t>
            </a:r>
            <a:r>
              <a:rPr lang="el-GR" sz="2200" dirty="0"/>
              <a:t>, όπου μέσω κάμερας πραγματοποιείται η αναγνώρισή του και η κατηγοριοποίησή του ανάλογα με το υλικό κατασκευής του. Στη συνέχεια, το σύστημα μεταφοράς με ροδέλες αναλαμβάνει τη μετακίνηση του αντικειμένου κατά μήκος της κατάλληλης διαδρομής προς τη σωστή θέση. Κατά τη διάρκεια της μεταφοράς, κινούμενα </a:t>
            </a:r>
            <a:r>
              <a:rPr lang="el-GR" sz="2200" dirty="0" err="1"/>
              <a:t>push</a:t>
            </a:r>
            <a:r>
              <a:rPr lang="el-GR" sz="2200" dirty="0"/>
              <a:t> </a:t>
            </a:r>
            <a:r>
              <a:rPr lang="el-GR" sz="2200" dirty="0" err="1"/>
              <a:t>walls</a:t>
            </a:r>
            <a:r>
              <a:rPr lang="el-GR" sz="2200" dirty="0"/>
              <a:t> ενεργοποιούνται την κατάλληλη στιγμή και ωθούν το αντικείμενο στον αντίστοιχο κάδο συλλογής. Με αυτόν τον τρόπο, το σύστημα επιτυγχάνει γρήγορη, αποδοτική και αξιόπιστη ταξινόμηση υλικών, χωρίς την ανάγκη ανθρώπινης παρέμβασης.</a:t>
            </a:r>
          </a:p>
        </p:txBody>
      </p:sp>
    </p:spTree>
    <p:extLst>
      <p:ext uri="{BB962C8B-B14F-4D97-AF65-F5344CB8AC3E}">
        <p14:creationId xmlns:p14="http://schemas.microsoft.com/office/powerpoint/2010/main" val="3300884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FCB17B-7985-73D4-CCEB-B0F6642D9A42}"/>
              </a:ext>
            </a:extLst>
          </p:cNvPr>
          <p:cNvSpPr>
            <a:spLocks noGrp="1"/>
          </p:cNvSpPr>
          <p:nvPr>
            <p:ph type="title"/>
          </p:nvPr>
        </p:nvSpPr>
        <p:spPr/>
        <p:txBody>
          <a:bodyPr>
            <a:normAutofit/>
          </a:bodyPr>
          <a:lstStyle/>
          <a:p>
            <a:r>
              <a:rPr lang="el-GR" sz="7200" b="1" dirty="0"/>
              <a:t>Υλικά </a:t>
            </a:r>
            <a:r>
              <a:rPr lang="el-GR" sz="7200" b="1" dirty="0">
                <a:sym typeface="Wingdings" panose="05000000000000000000" pitchFamily="2" charset="2"/>
              </a:rPr>
              <a:t></a:t>
            </a:r>
            <a:endParaRPr lang="el-GR" sz="7200" b="1" dirty="0"/>
          </a:p>
        </p:txBody>
      </p:sp>
    </p:spTree>
    <p:extLst>
      <p:ext uri="{BB962C8B-B14F-4D97-AF65-F5344CB8AC3E}">
        <p14:creationId xmlns:p14="http://schemas.microsoft.com/office/powerpoint/2010/main" val="325199397"/>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125</Words>
  <Application>Microsoft Office PowerPoint</Application>
  <PresentationFormat>Ευρεία οθόνη</PresentationFormat>
  <Paragraphs>4</Paragraphs>
  <Slides>3</Slides>
  <Notes>0</Notes>
  <HiddenSlides>0</HiddenSlides>
  <MMClips>0</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3</vt:i4>
      </vt:variant>
    </vt:vector>
  </HeadingPairs>
  <TitlesOfParts>
    <vt:vector size="9" baseType="lpstr">
      <vt:lpstr>Arial</vt:lpstr>
      <vt:lpstr>Bahnschrift Light</vt:lpstr>
      <vt:lpstr>Calibri</vt:lpstr>
      <vt:lpstr>Calibri Light</vt:lpstr>
      <vt:lpstr>Wingdings</vt:lpstr>
      <vt:lpstr>Θέμα του Office</vt:lpstr>
      <vt:lpstr>Auto-Recycle</vt:lpstr>
      <vt:lpstr>Παρουσίαση του PowerPoint</vt:lpstr>
      <vt:lpstr>Υλικά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2026-01-14T17:50:36Z</dcterms:created>
  <dcterms:modified xsi:type="dcterms:W3CDTF">2026-01-14T18:09:09Z</dcterms:modified>
</cp:coreProperties>
</file>